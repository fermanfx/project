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56" r:id="rId3"/>
    <p:sldId id="257" r:id="rId4"/>
    <p:sldId id="258" r:id="rId5"/>
    <p:sldId id="259" r:id="rId6"/>
    <p:sldId id="260" r:id="rId7"/>
    <p:sldId id="261" r:id="rId8"/>
    <p:sldId id="265" r:id="rId9"/>
    <p:sldId id="266" r:id="rId10"/>
    <p:sldId id="267" r:id="rId11"/>
    <p:sldId id="268" r:id="rId12"/>
    <p:sldId id="269" r:id="rId13"/>
    <p:sldId id="262" r:id="rId14"/>
    <p:sldId id="263" r:id="rId15"/>
    <p:sldId id="264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>
        <p:scale>
          <a:sx n="75" d="100"/>
          <a:sy n="75" d="100"/>
        </p:scale>
        <p:origin x="1205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93FD9-C0F8-8B4F-D88E-76755106D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8380C-91E7-9B82-85F6-0DC1A6168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F9E9A-665D-286E-D1A9-F782FFBD3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7658-724C-407C-B153-1EFE6C1485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31A88-A6DD-A568-81B1-099384270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558F5-2779-2B3A-146E-E825FF885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11B5-2214-45A0-A346-6C93048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67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C3688-1878-6AE0-C91E-2CD185AF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CC6B-6DEC-52CC-6D28-90443FA53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C8CB4-4279-6AA0-DFB1-4E82A3AF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7658-724C-407C-B153-1EFE6C1485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08BE7-97E1-E7AC-B540-3E3E78B1A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F77DB-2F59-D9EB-66E9-C23B3724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11B5-2214-45A0-A346-6C93048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8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6B504-C8C8-8DF3-88C6-29A53685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5BCB2-AE5C-4DF5-9740-452286C99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6323F-B154-EF43-960C-BA092048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7658-724C-407C-B153-1EFE6C1485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BADC2-3A19-89E5-304B-A16682983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A7001-32A5-4733-DF4C-3ED8B49E7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11B5-2214-45A0-A346-6C93048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7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5AEF3-5CE7-3E66-6C1B-E74E47EE9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309FC-8E88-0347-EB56-BC0239FAE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2BDCF-705D-DF6A-32EF-76F1E6DFE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F472E-0E96-1A46-8B99-5D8D82311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7658-724C-407C-B153-1EFE6C1485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4F2E3-D812-BA0F-DC44-B8B96E1ED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2EA31-D0F8-2E78-7253-DF63F4772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11B5-2214-45A0-A346-6C93048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22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28A9E-97FE-6233-A41C-5AB5B77C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0BB0C-12C3-E5AD-9C49-2707BBDE7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776BF-FEC5-7F4F-956F-DF90DEBC7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A7C8A-0F65-F196-DF56-555A8E3E9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69049-2A17-5445-FE78-D94D7C010A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91D5C8-472A-701A-FDFD-5E2F100F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7658-724C-407C-B153-1EFE6C1485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FDDFE1-46E9-502E-5C46-CC45031E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82E89A-22A0-E2AE-D899-0E40F10FF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11B5-2214-45A0-A346-6C93048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02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8B4E-ED89-9A28-AAAC-198F9151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FB5847-D684-4F8B-9983-2C24AC0A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7658-724C-407C-B153-1EFE6C1485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771B2-82F3-F31D-2164-82722A733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D93017-D209-1C90-4FFE-A3D14CD6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11B5-2214-45A0-A346-6C93048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5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B3860-7D8D-4557-A50D-42F91355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7658-724C-407C-B153-1EFE6C1485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0E73B9-4777-CD6B-49EA-513EF4AC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C0BC4-4F32-9365-90F6-E0306874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11B5-2214-45A0-A346-6C93048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1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76C59-54D1-75E4-E10F-B3365F51C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5B7E9-2A64-E45C-AB02-A1B059551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B811C-393A-3EFD-839C-1896471F6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9687D-0383-6B48-F7BD-B9E6839EA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7658-724C-407C-B153-1EFE6C1485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7F806-206B-3529-7125-38E3B6AF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B1EB2-4ACC-20C1-C7E0-98878041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11B5-2214-45A0-A346-6C93048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98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8F7D-1A37-F320-AA5A-06A1D9DB7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12196-C002-3AB8-05CC-D44F4FBF20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31650-0CA5-6CD1-1D67-DC19A9B8A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A2E98-5BE0-3B02-7E03-941CC40A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7658-724C-407C-B153-1EFE6C1485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C7D79-B51E-E0AA-5352-7016D201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D9AAA-CFF9-D8A8-C850-33B9E29A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11B5-2214-45A0-A346-6C93048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5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516C-A179-99DD-FA44-365CB43E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2617E5-EE44-957F-6833-2F70E3C77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2A7E7-A1EF-6B6E-2573-E61269A5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7658-724C-407C-B153-1EFE6C1485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C9B41-6BBF-20BF-39AA-FD364F29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A580D-66C7-E08F-9635-F778A826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11B5-2214-45A0-A346-6C93048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3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83EC04-F407-E1D0-DD5C-4763C00F9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9D68B-8D1A-CD01-F6E8-41D307E5C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5A27A-A1C7-86D8-EEF7-40A34EC4A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7658-724C-407C-B153-1EFE6C1485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4D737-A8F5-7964-E3F3-4E9570E1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AA6A8-ED45-CE6C-F920-7DAD6AB0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11B5-2214-45A0-A346-6C93048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29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8E233-B37D-7F19-4424-7FA82A618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C1950-96EF-7834-EA37-0145A62FA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370C8-441E-4F2F-909E-2A277488DD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77658-724C-407C-B153-1EFE6C1485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DEB05-145E-BD3C-20BF-EC88CFAAE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919A9-E960-631A-6A6E-9D5595754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311B5-2214-45A0-A346-6C93048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9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EB61DF-86CA-7453-506F-71571C6D2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586315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9C6D43-3A7C-C95B-62EA-CB7D7FA02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24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5D606B-A00A-31B3-B926-5470A2971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91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E2C35D-3B6D-E255-3AAD-DDC72A8E7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66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5A117D-D93E-44C5-A3A1-1D433F3CD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1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67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CA2544-A3D8-2409-9640-67020E76C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56"/>
            <a:ext cx="12192000" cy="681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02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D96055-20D2-979F-C3A6-7E430989A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2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9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E35B5D-5C53-FA89-4AF6-0B6D43629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1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32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DAD666-CB66-749A-EBC6-BADCD98FB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06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598102-98C5-9922-C3FB-C80CD4F6A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9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021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3296C6-B839-990C-740A-858A8F780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107248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62FA67-A519-95DC-A608-93A116689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0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56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4F5B46-ACE7-4F07-CBEF-7C5101E23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64546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4165D8-788B-E3E6-054E-A1D89FA14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79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50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3F8A06-CD7A-67C1-11D1-341C6C4BB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0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25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E18897-9A9D-FB25-73AE-21123EC3E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8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18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539F17-6DE6-0FC5-20E9-8863C8086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2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18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393EB6-2776-B655-1692-55954D5DA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1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04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233090-4C71-F109-D960-8543B0CAE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0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6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906B29-B487-0002-3A09-60067CC38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9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77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319423-6F1C-7C99-C8B1-C2C3E829F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8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67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3AF463-0EAB-C73B-8AB0-D52DC8407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8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604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2E061C-AB48-A10D-299D-A57EEB73D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" y="0"/>
            <a:ext cx="12170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617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1B2646-094F-B246-9018-5C6B664FC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3" y="0"/>
            <a:ext cx="12154953" cy="678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64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44CE8E-DA9B-4ECF-C012-67C1653B8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0" t="4432" r="3062" b="4977"/>
          <a:stretch>
            <a:fillRect/>
          </a:stretch>
        </p:blipFill>
        <p:spPr>
          <a:xfrm>
            <a:off x="1211292" y="0"/>
            <a:ext cx="9769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73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140A9A-59DB-EFA3-15FD-0FC22826C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60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4AB0CF-42DD-1B68-382B-5DB5A197F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" y="0"/>
            <a:ext cx="12170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16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420CE9-603C-D727-1E13-CAD068C8A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80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92A8D6-4393-A21A-B121-1A99C3747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" y="0"/>
            <a:ext cx="12170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991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083756-11FA-B336-C84E-BB863178E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35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4A6183-7691-F582-C35F-46EB98195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43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040497-A239-F905-3DAB-58E2F12E8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52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6DAD06-8E4F-E08F-7C81-E623EF727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8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21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DAFDE9-C2B9-21BE-B4E0-0B0001284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78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55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Widescreen</PresentationFormat>
  <Paragraphs>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Fərman Xankişiyev</dc:creator>
  <cp:lastModifiedBy>Fərman Xankişiyev</cp:lastModifiedBy>
  <cp:revision>6</cp:revision>
  <dcterms:created xsi:type="dcterms:W3CDTF">2026-04-02T16:43:40Z</dcterms:created>
  <dcterms:modified xsi:type="dcterms:W3CDTF">2026-04-02T17:28:21Z</dcterms:modified>
</cp:coreProperties>
</file>